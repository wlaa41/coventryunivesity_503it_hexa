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25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script: This role is for a Midweight Graphic Designer at Oak Tyres UK Ltd/Davanti Tyres. The company needs someone who can design high-quality brand materials across print and digital. The key focus is creative concepts, brand consistency, communication with stakeholders, and managing deadlines in a fast-paced marketing team. The job also offers career growth, global marketing work and creative freedom.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script: My background is graphic design, so my skills match this role strongly. I can use Adobe software, work with brand guidelines, create digital and print assets, and manage deadlines. I would bring creativity, attention to detail and clear communication to help Davanti/Oak Tyres produce professional visual designs for catalogues, signage, packaging, social media and marketing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high_tech_automotive_themed_graphic_compos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38912"/>
            <a:ext cx="4754880" cy="1051560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MIDWEIGHT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 DESIGNER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572768"/>
            <a:ext cx="5212080" cy="292608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7C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Oak Tyres UK Ltd / Davanti Tyres  •  Newton-le-Willows  •  £35,000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48640" y="1984248"/>
            <a:ext cx="2194560" cy="0"/>
          </a:xfrm>
          <a:prstGeom prst="line">
            <a:avLst/>
          </a:prstGeom>
          <a:noFill/>
          <a:ln w="27940">
            <a:solidFill>
              <a:srgbClr val="19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2743200" cy="228600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THEY ARE ASKING FOR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1792" y="2596896"/>
            <a:ext cx="4709160" cy="2148840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3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premium visual assets for catalogues, brochures, flyers, signage, packaging, email, web and social media.
</a:t>
            </a:r>
            <a:r>
              <a:rPr lang="en-US" sz="163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3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creative concepts confidently and explain ideas clearly to stakeholders.
</a:t>
            </a:r>
            <a:r>
              <a:rPr lang="en-US" sz="163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3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brand guidelines while keeping the brand fresh, modern and visually consistent.
</a:t>
            </a:r>
            <a:r>
              <a:rPr lang="en-US" sz="163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3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across multiple projects in a fast-paced marketing team and deliver to deadlines.</a:t>
            </a:r>
            <a:endParaRPr lang="en-US" sz="163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2377440" cy="228600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JOB GIVES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92" y="5413248"/>
            <a:ext cx="4846320" cy="777240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freedom, career growth and global marketing projects.
</a:t>
            </a:r>
            <a:r>
              <a:rPr lang="en-US" sz="154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4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Sporting-event/race-day opportunities and a professional creative environment.</a:t>
            </a:r>
            <a:endParaRPr lang="en-US" sz="1540" dirty="0"/>
          </a:p>
        </p:txBody>
      </p:sp>
      <p:sp>
        <p:nvSpPr>
          <p:cNvPr id="10" name="Text 7"/>
          <p:cNvSpPr/>
          <p:nvPr/>
        </p:nvSpPr>
        <p:spPr>
          <a:xfrm>
            <a:off x="566928" y="6510528"/>
            <a:ext cx="5394960" cy="219456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0A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is essential — applications without a portfolio are not reviewed.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detail_studio_office_scene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6520" y="374905"/>
            <a:ext cx="4846320" cy="502920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SKILL MATCH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46520" y="874092"/>
            <a:ext cx="5029200" cy="329184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7C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Real-life Graphic Designer  •  Ready to create clean, premium and brand-focused visuals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46520" y="1357045"/>
            <a:ext cx="2057400" cy="0"/>
          </a:xfrm>
          <a:prstGeom prst="line">
            <a:avLst/>
          </a:prstGeom>
          <a:noFill/>
          <a:ln w="27940">
            <a:solidFill>
              <a:srgbClr val="19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56784" y="1473863"/>
            <a:ext cx="2468880" cy="228600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THEIR REQUIREMENTS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869680" y="1473863"/>
            <a:ext cx="2423160" cy="228600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GRAPHIC DESIGN SKILLS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68512" y="1473863"/>
            <a:ext cx="0" cy="2724912"/>
          </a:xfrm>
          <a:prstGeom prst="line">
            <a:avLst/>
          </a:prstGeom>
          <a:noFill/>
          <a:ln w="15240">
            <a:solidFill>
              <a:srgbClr val="3B536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572861"/>
            <a:ext cx="1874520" cy="2395728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7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7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Adobe Creative Cloud
</a:t>
            </a:r>
            <a:r>
              <a:rPr lang="en-US" sz="167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7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guidelines
</a:t>
            </a:r>
            <a:r>
              <a:rPr lang="en-US" sz="167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7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&amp; layout
</a:t>
            </a:r>
            <a:r>
              <a:rPr lang="en-US" sz="167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7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+ digital design
</a:t>
            </a:r>
            <a:r>
              <a:rPr lang="en-US" sz="167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7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deadlines</a:t>
            </a:r>
            <a:endParaRPr lang="en-US" sz="1670" dirty="0"/>
          </a:p>
        </p:txBody>
      </p:sp>
      <p:sp>
        <p:nvSpPr>
          <p:cNvPr id="10" name="Text 7"/>
          <p:cNvSpPr/>
          <p:nvPr/>
        </p:nvSpPr>
        <p:spPr>
          <a:xfrm>
            <a:off x="8822684" y="1718232"/>
            <a:ext cx="2880360" cy="2523744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Photoshop, Illustrator, InDesign
</a:t>
            </a:r>
            <a:r>
              <a:rPr lang="en-US" sz="160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Branding, logo and identity design
</a:t>
            </a:r>
            <a:r>
              <a:rPr lang="en-US" sz="160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media, web assets and email templates
</a:t>
            </a:r>
            <a:r>
              <a:rPr lang="en-US" sz="160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Catalogue, poster, flyer and packaging design
</a:t>
            </a:r>
            <a:r>
              <a:rPr lang="en-US" sz="160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attention to detail + clear communication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56784" y="4330616"/>
            <a:ext cx="2560320" cy="228600"/>
          </a:xfrm>
          <a:prstGeom prst="rect">
            <a:avLst/>
          </a:prstGeom>
          <a:noFill/>
          <a:ln/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VALUE TO THE COMPANY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4535564"/>
            <a:ext cx="5029200" cy="749808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help Davanti/Oak Tyres create strong visual campaigns that look premium, stay on-brand, and connect with customers across print, digital and social platforms.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5360202"/>
            <a:ext cx="4983480" cy="347472"/>
          </a:xfrm>
          <a:prstGeom prst="rect">
            <a:avLst/>
          </a:prstGeom>
          <a:noFill/>
          <a:ln/>
          <a:effectLst>
            <a:outerShdw blurRad="25400" dist="50800" dir="27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7C5D9"/>
                </a:solidFill>
                <a:highlight>
                  <a:srgbClr val="0000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Interview message: “I combine creativity, technical design skills and attention to detail to deliver polished brand assets on time.”</a:t>
            </a:r>
            <a:endParaRPr lang="en-US" sz="1380" dirty="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Designer Job Match</dc:title>
  <dc:subject>Graphic Designer job application presentation</dc:subject>
  <dc:creator>OpenAI</dc:creator>
  <cp:lastModifiedBy>Aaditya Bhandari</cp:lastModifiedBy>
  <cp:revision>2</cp:revision>
  <dcterms:created xsi:type="dcterms:W3CDTF">2026-06-03T15:37:04Z</dcterms:created>
  <dcterms:modified xsi:type="dcterms:W3CDTF">2026-06-03T15:43:40Z</dcterms:modified>
</cp:coreProperties>
</file>