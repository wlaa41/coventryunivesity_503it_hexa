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UX/UI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Project: Hexa Cybersecurity Quiz Game</a:t>
            </a:r>
          </a:p>
          <a:p>
            <a:r>
              <a:t>Simple, engaging and educational design</a:t>
            </a:r>
          </a:p>
          <a:p>
            <a:r>
              <a:t>Designed for Children, Teens and Adults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navigation</a:t>
            </a:r>
          </a:p>
          <a:p>
            <a:r>
              <a:t>Clear visual hierarchy</a:t>
            </a:r>
          </a:p>
          <a:p>
            <a:r>
              <a:t>Interactive learning experience</a:t>
            </a:r>
          </a:p>
          <a:p>
            <a:r>
              <a:t>Accessible for all age groups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Experience (UX)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Story-driven quiz flow</a:t>
            </a:r>
          </a:p>
          <a:p>
            <a:r>
              <a:t>Step-by-step decision making</a:t>
            </a:r>
          </a:p>
          <a:p>
            <a:r>
              <a:t>Instant feedback after answers</a:t>
            </a:r>
          </a:p>
          <a:p>
            <a:r>
              <a:t>Simple and intuitive user journey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(UI)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Responsive web interface</a:t>
            </a:r>
          </a:p>
          <a:p>
            <a:r>
              <a:t>Age-based themes</a:t>
            </a:r>
          </a:p>
          <a:p>
            <a:r>
              <a:t>Large readable typography</a:t>
            </a:r>
          </a:p>
          <a:p>
            <a:r>
              <a:t>Consistent buttons and layouts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 screen</a:t>
            </a:r>
          </a:p>
          <a:p>
            <a:r>
              <a:t>Age group selection</a:t>
            </a:r>
          </a:p>
          <a:p>
            <a:r>
              <a:t>Scenario and quiz screen</a:t>
            </a:r>
          </a:p>
          <a:p>
            <a:r>
              <a:t>Results and feedback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&amp; Usability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language</a:t>
            </a:r>
          </a:p>
          <a:p>
            <a:r>
              <a:t>Clear icons and labels</a:t>
            </a:r>
          </a:p>
          <a:p>
            <a:r>
              <a:t>Mobile-friendly design</a:t>
            </a:r>
          </a:p>
          <a:p>
            <a:r>
              <a:t>Fast and easy interaction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cybersecurity awareness</a:t>
            </a:r>
          </a:p>
          <a:p>
            <a:r>
              <a:t>Learning through gamification</a:t>
            </a:r>
          </a:p>
          <a:p>
            <a:r>
              <a:t>Engaging and user-friendly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