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🎨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GRAPHIC DESIGN?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88720" y="8686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99999"/>
                </a:solidFill>
              </a:rPr>
              <a:t>My choice. My future.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1168" y="1508760"/>
            <a:ext cx="274320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508760"/>
            <a:ext cx="274320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1691640"/>
            <a:ext cx="731520" cy="73152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600"/>
                </a:solidFill>
              </a:rPr>
              <a:t>I Love 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" y="31089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Already designing in my current project — it's my passion.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1256" y="1508760"/>
            <a:ext cx="274320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1256" y="1508760"/>
            <a:ext cx="2743200" cy="6400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97096" y="1691640"/>
            <a:ext cx="731520" cy="73152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97096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28416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500"/>
                </a:solidFill>
              </a:rPr>
              <a:t>Career Growth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28416" y="31089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Joining a small company as a Graphic Designer — real responsibility.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1344" y="1508760"/>
            <a:ext cx="274320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1508760"/>
            <a:ext cx="274320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87184" y="1691640"/>
            <a:ext cx="731520" cy="73152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7184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18504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600"/>
                </a:solidFill>
              </a:rPr>
              <a:t>Transfers Everywhere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18504" y="31089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Design skills boost every project — including Team Hexa.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✏️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I'LL LEARN &amp; HOW IT HELPS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A500"/>
                </a:solidFill>
              </a:rPr>
              <a:t>SKILLS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" y="1417320"/>
            <a:ext cx="41148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417320"/>
            <a:ext cx="64008" cy="71323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1490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Adobe Suite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Photoshop, Illustrator, InDesign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2286000"/>
            <a:ext cx="41148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286000"/>
            <a:ext cx="64008" cy="71323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Brand Identity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2651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Logos, colours &amp; typography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3154680"/>
            <a:ext cx="41148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3154680"/>
            <a:ext cx="64008" cy="71323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1248" y="3227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Layout &amp; 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3520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Grids, spacing &amp; visual 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4023360"/>
            <a:ext cx="41148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4023360"/>
            <a:ext cx="64008" cy="71323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1248" y="4096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600"/>
                </a:solidFill>
              </a:rPr>
              <a:t>UI/UX Basics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4389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Design for apps &amp; websites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1005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A500"/>
                </a:solidFill>
              </a:rPr>
              <a:t>HOW IT HELPS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1417320"/>
            <a:ext cx="201168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417320"/>
            <a:ext cx="20116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75488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Boosts My Career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76288" y="1417320"/>
            <a:ext cx="201168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76288" y="1417320"/>
            <a:ext cx="2011680" cy="6400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967728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Helps My Team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3218688"/>
            <a:ext cx="201168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218688"/>
            <a:ext cx="2011680" cy="640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4015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4754880" y="41788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Stands Out on CV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76288" y="3218688"/>
            <a:ext cx="201168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76288" y="3218688"/>
            <a:ext cx="2011680" cy="6400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34015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💼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6967728" y="41788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Freelance Ready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01168" y="4736592"/>
            <a:ext cx="8741664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</a:rPr>
              <a:t>Design is not just a skill — it's how I communicate, create and grow.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2026-06-03T14:15:21Z</dcterms:created>
  <dcterms:modified xsi:type="dcterms:W3CDTF">2026-06-03T14:15:21Z</dcterms:modified>
</cp:coreProperties>
</file>