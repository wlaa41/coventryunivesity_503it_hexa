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6087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6858000" y="27432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 rot="2700000">
            <a:off x="8046720" y="109728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 rot="2700000">
            <a:off x="8412480" y="9144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rot="2700000">
            <a:off x="6400800" y="182880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 rot="2700000">
            <a:off x="8686800" y="256032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rot="2700000">
            <a:off x="7315200" y="3200400"/>
            <a:ext cx="548640" cy="54864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7498080" y="0"/>
            <a:ext cx="1645920" cy="5143500"/>
          </a:xfrm>
          <a:prstGeom prst="rect">
            <a:avLst/>
          </a:prstGeom>
          <a:solidFill>
            <a:srgbClr val="FFC72C">
              <a:alpha val="8000"/>
            </a:srgbClr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 rot="2700000">
            <a:off x="457200" y="548640"/>
            <a:ext cx="640080" cy="640080"/>
          </a:xfrm>
          <a:prstGeom prst="rect">
            <a:avLst/>
          </a:prstGeom>
          <a:solidFill>
            <a:srgbClr val="FFC72C">
              <a:alpha val="80000"/>
            </a:srgbClr>
          </a:solidFill>
          <a:ln w="254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38912" y="6400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4320" y="1463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HEXA</a:t>
            </a:r>
            <a:endParaRPr lang="en-US" sz="8000" dirty="0"/>
          </a:p>
        </p:txBody>
      </p:sp>
      <p:sp>
        <p:nvSpPr>
          <p:cNvPr id="13" name="Shape 11"/>
          <p:cNvSpPr/>
          <p:nvPr/>
        </p:nvSpPr>
        <p:spPr>
          <a:xfrm>
            <a:off x="274320" y="2633472"/>
            <a:ext cx="3840480" cy="3657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74320" y="27249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Cyber-Smart Gaming for Education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4320" y="3246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Coventry University  ·  503IT  ·  Team Hexa  ·  6 Members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0" y="4754880"/>
            <a:ext cx="9144000" cy="4572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7432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PRESENTATION  ·  JUNE 2026  ·  15 MINUTES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Digital Danger Is Rising.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Awareness Isn't.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2743200" cy="228600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74320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in 3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users face phishing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scam attempts online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743200" cy="228600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383280" y="2286000"/>
            <a:ext cx="274320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474720" y="2423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Low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474720" y="3291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rate from traditional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leaflets &amp; lectures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2286000"/>
            <a:ext cx="2743200" cy="228600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309360" y="2286000"/>
            <a:ext cx="274320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400800" y="2423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D9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Years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0" y="3291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exposure before most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cyber education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1  ·  MEMBER 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AAAA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Introducing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Hexa.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story-driven cyber-security quiz game where players learn by living real online scenarios.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337560"/>
            <a:ext cx="256032" cy="256032"/>
          </a:xfrm>
          <a:prstGeom prst="rect">
            <a:avLst/>
          </a:prstGeom>
          <a:solidFill>
            <a:srgbClr val="FFC72C">
              <a:alpha val="70000"/>
            </a:srgbClr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22960" y="33467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Scenarios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56032" cy="256032"/>
          </a:xfrm>
          <a:prstGeom prst="rect">
            <a:avLst/>
          </a:prstGeom>
          <a:solidFill>
            <a:srgbClr val="FFC72C">
              <a:alpha val="70000"/>
            </a:srgbClr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22960" y="36667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Age Groups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56032" cy="256032"/>
          </a:xfrm>
          <a:prstGeom prst="rect">
            <a:avLst/>
          </a:prstGeom>
          <a:solidFill>
            <a:srgbClr val="FFD966">
              <a:alpha val="70000"/>
            </a:srgbClr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22960" y="39867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Feedback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97680"/>
            <a:ext cx="256032" cy="256032"/>
          </a:xfrm>
          <a:prstGeom prst="rect">
            <a:avLst/>
          </a:prstGeom>
          <a:solidFill>
            <a:srgbClr val="AAAAAA">
              <a:alpha val="70000"/>
            </a:srgbClr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22960" y="43068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Any Browser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2  ·  MEMBER 2</a:t>
            </a:r>
            <a:endParaRPr lang="en-US" sz="9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03D381C-7725-D485-77A9-364CBF3D8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032093"/>
            <a:ext cx="4757767" cy="30443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2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2  ·  MEMBER 2</a:t>
            </a:r>
            <a:endParaRPr lang="en-US" sz="9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B9A39F14-2203-6149-A2D9-6897C9E16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43"/>
            <a:ext cx="9144000" cy="48373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2590" y="218866"/>
            <a:ext cx="1645920" cy="256032"/>
          </a:xfrm>
          <a:prstGeom prst="rect">
            <a:avLst/>
          </a:prstGeom>
          <a:solidFill>
            <a:srgbClr val="FFD966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 by Deciding.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18854" y="1608164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18854" y="162645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21774" y="16081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Scenario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21774" y="18641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suspicious email,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risky login, a social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moment.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8854" y="2412836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18854" y="2431124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21774" y="24128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Choice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21774" y="26688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from realistic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multiple-choice options.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18854" y="3217508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18854" y="3235796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21774" y="32175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Feedback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21774" y="34735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consequence +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plain-English explanation.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8854" y="4022180"/>
            <a:ext cx="347472" cy="34747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18854" y="4040468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1774" y="40221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Habit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1774" y="42782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to reinforce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behaviour.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71433" y="3473540"/>
            <a:ext cx="4572000" cy="2011680"/>
          </a:xfrm>
          <a:prstGeom prst="rect">
            <a:avLst/>
          </a:prstGeom>
          <a:solidFill>
            <a:srgbClr val="0F0F1A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3  ·  MEMBER 3</a:t>
            </a:r>
            <a:endParaRPr lang="en-US" sz="9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00DD4CE-F570-C3A7-EB50-F36B6650F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008" y="604269"/>
            <a:ext cx="5620420" cy="30024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D966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DESIGNED FOR EVERYONE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Game.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Audiences.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697480" cy="2743200"/>
          </a:xfrm>
          <a:prstGeom prst="rect">
            <a:avLst/>
          </a:prstGeom>
          <a:solidFill>
            <a:srgbClr val="0F0F0F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48640" y="21762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CHILDREN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" y="32186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77240" y="32186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internet use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" y="36758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77240" y="36758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41330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77240" y="41330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Spotting online dangers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37560" y="2103120"/>
            <a:ext cx="2697480" cy="2743200"/>
          </a:xfrm>
          <a:prstGeom prst="rect">
            <a:avLst/>
          </a:prstGeom>
          <a:solidFill>
            <a:srgbClr val="0F0F1A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337560" y="2103120"/>
            <a:ext cx="26974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429000" y="21762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🏙️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429000" y="27432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6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TEENS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02152" y="3218688"/>
            <a:ext cx="73152" cy="219456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657600" y="32186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safety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02152" y="3675888"/>
            <a:ext cx="73152" cy="219456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657600" y="36758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Cyberbullying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02152" y="4133088"/>
            <a:ext cx="73152" cy="219456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657600" y="41330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&amp; digital privacy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2103120"/>
            <a:ext cx="2697480" cy="27432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210312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309360" y="217627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🏢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309360" y="27432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ADULTS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82512" y="32186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6537960" y="32186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security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82512" y="36758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537960" y="36758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scams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82512" y="4133088"/>
            <a:ext cx="73152" cy="2194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537960" y="413308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&amp; data protection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3  ·  MEMBER 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WE BUILT IT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in the Open.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E34C2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874520" cy="54864"/>
          </a:xfrm>
          <a:prstGeom prst="rect">
            <a:avLst/>
          </a:prstGeom>
          <a:solidFill>
            <a:srgbClr val="E34C26"/>
          </a:solidFill>
          <a:ln w="12700">
            <a:solidFill>
              <a:srgbClr val="E34C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4C26"/>
                </a:solidFill>
                <a:latin typeface="Arial Black" pitchFamily="34" charset="0"/>
              </a:rPr>
              <a:t>React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2212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&amp; scenarios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264DE4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514600" y="1508760"/>
            <a:ext cx="1874520" cy="54864"/>
          </a:xfrm>
          <a:prstGeom prst="rect">
            <a:avLst/>
          </a:prstGeom>
          <a:solidFill>
            <a:srgbClr val="264DE4"/>
          </a:solidFill>
          <a:ln w="12700">
            <a:solidFill>
              <a:srgbClr val="264D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606040" y="16002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64DE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CSS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606040" y="2212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Responsive, age-themed UI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F7DF1E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572000" y="1508760"/>
            <a:ext cx="1874520" cy="54864"/>
          </a:xfrm>
          <a:prstGeom prst="rect">
            <a:avLst/>
          </a:prstGeom>
          <a:solidFill>
            <a:srgbClr val="F7DF1E"/>
          </a:solidFill>
          <a:ln w="12700">
            <a:solidFill>
              <a:srgbClr val="F7DF1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663440" y="16002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7DF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663440" y="2212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logic, scoring, feedback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629400" y="1508760"/>
            <a:ext cx="1874520" cy="1371600"/>
          </a:xfrm>
          <a:prstGeom prst="rect">
            <a:avLst/>
          </a:prstGeom>
          <a:solidFill>
            <a:srgbClr val="1A1A2E"/>
          </a:solidFill>
          <a:ln w="19050">
            <a:solidFill>
              <a:srgbClr val="3776AB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629400" y="1508760"/>
            <a:ext cx="1874520" cy="54864"/>
          </a:xfrm>
          <a:prstGeom prst="rect">
            <a:avLst/>
          </a:prstGeom>
          <a:solidFill>
            <a:srgbClr val="3776AB"/>
          </a:solidFill>
          <a:ln w="12700">
            <a:solidFill>
              <a:srgbClr val="3776A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720840" y="16002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776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Python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720840" y="2212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tooling &amp; data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971800"/>
            <a:ext cx="8412480" cy="1828800"/>
          </a:xfrm>
          <a:prstGeom prst="rect">
            <a:avLst/>
          </a:prstGeom>
          <a:solidFill>
            <a:srgbClr val="1E1E1E"/>
          </a:solidFill>
          <a:ln w="12700">
            <a:solidFill>
              <a:srgbClr val="444444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65760" y="2971800"/>
            <a:ext cx="8412480" cy="219456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57200" y="2971800"/>
            <a:ext cx="1280160" cy="219456"/>
          </a:xfrm>
          <a:prstGeom prst="rect">
            <a:avLst/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02920" y="29900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App.jsx  ×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828800" y="2971800"/>
            <a:ext cx="1280160" cy="219456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874520" y="29900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style.css  ×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200400" y="2971800"/>
            <a:ext cx="1280160" cy="219456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246120" y="29900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  ×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84048" y="321868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58368" y="3218688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React, { useState } from 'react';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84048" y="3374136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58368" y="3374136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scenarios } from './data/scenarios';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84048" y="3529584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58368" y="3529584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84048" y="3685032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58368" y="3685032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default function HexaQuiz() {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84048" y="3840480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58368" y="3840480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BBB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[score, setScore] = useState(0);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384048" y="39959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58368" y="3995928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BBB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[current, setCurrent] = useState(0);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84048" y="4151376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58368" y="4151376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Handle player choice &amp; feedback logic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384048" y="4306824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58368" y="4306824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handleAnswer = (choice) =&gt; {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84048" y="4462272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58368" y="4462272"/>
            <a:ext cx="8046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BBB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(choice.correct) setScore(s =&gt; s + 1);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4  ·  MEMBER 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COLLABORATION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Together,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 the Open.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11480" y="210312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11480" y="2103120"/>
            <a:ext cx="64008" cy="123444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94360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C72C"/>
                </a:solidFill>
              </a:rPr>
              <a:t>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88720" y="22128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24871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commits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27249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repo, branch-based workflow, pull request reviews.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210312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617720" y="2103120"/>
            <a:ext cx="64008" cy="123444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800600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C72C"/>
                </a:solidFill>
              </a:rPr>
              <a:t>📋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394960" y="22128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Minutes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24871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sprint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94960" y="27249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agendas, decisions, and action plans on file.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52044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11480" y="3520440"/>
            <a:ext cx="64008" cy="123444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9436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D966"/>
                </a:solidFill>
              </a:rPr>
              <a:t>📖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88720" y="3630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Guide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88720" y="39044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members aligned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88720" y="41422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document keeping the whole team in sync.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17720" y="3520440"/>
            <a:ext cx="3931920" cy="123444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617720" y="3520440"/>
            <a:ext cx="64008" cy="1234440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80060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6A800"/>
                </a:solidFill>
              </a:rPr>
              <a:t>✅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394960" y="3630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Tracking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94960" y="39044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A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ownership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94960" y="41422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deadlines and responsible members for every item.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4  ·  MEMBER 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USER TESTING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 Listened.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Then We Improved.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9019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prototypes trialled with real players across all three age groups.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20116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4864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sessions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0604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606040" y="2377440"/>
            <a:ext cx="201168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69748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D9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92%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269748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a full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unaided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754880" y="2377440"/>
            <a:ext cx="20116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84632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4.3★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484632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the game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 and clear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2377440"/>
            <a:ext cx="2011680" cy="237744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903720" y="2377440"/>
            <a:ext cx="20116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995160" y="24871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6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3×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699516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of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iteration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5  ·  MEMBER 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ACCESSIBILITY &amp; INCLUSION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Designed for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Everyone.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64008" cy="64008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C72C"/>
                </a:solidFill>
              </a:rPr>
              <a:t>◑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61872" y="206654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High-Contrast Colours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61872" y="2331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and buttons meet readability guidance against the dark theme.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64008" cy="6400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D966"/>
                </a:solidFill>
              </a:rPr>
              <a:t>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61872" y="27980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Friendly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61872" y="3063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quiz options reachable and selectable without a mouse.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64008" cy="64008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40080" y="35661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C72C"/>
                </a:solidFill>
              </a:rPr>
              <a:t>✦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61872" y="35295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Age-Tuned Language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61872" y="3794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Wording matched to each audience — no jargon for younger players.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502920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64008" cy="640080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40080" y="42976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A800"/>
                </a:solidFill>
              </a:rPr>
              <a:t>🌐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261872" y="42611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Anywhere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61872" y="4526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and lightweight — no powerful device required.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0" y="1371600"/>
            <a:ext cx="2834640" cy="347472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943600" y="1371600"/>
            <a:ext cx="283464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035040" y="14630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Users Changed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89320" y="1874520"/>
            <a:ext cx="182880" cy="1828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263640" y="187452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Wording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63640" y="2130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Re-wrote children's questions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plainer language.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89320" y="2880360"/>
            <a:ext cx="182880" cy="1828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63640" y="2880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Clearer Feedback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63640" y="313639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'why' explanation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answer.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89320" y="3886200"/>
            <a:ext cx="182880" cy="182880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263640" y="38862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Tap Targets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63640" y="414223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Enlarged buttons for easier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 touch screens.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5  ·  MEMBER 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TEAM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 Members.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Solution.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02920" y="2176272"/>
            <a:ext cx="594360" cy="594360"/>
          </a:xfrm>
          <a:prstGeom prst="ellipse">
            <a:avLst/>
          </a:prstGeom>
          <a:solidFill>
            <a:srgbClr val="FFC72C">
              <a:alpha val="80000"/>
            </a:srgbClr>
          </a:solidFill>
          <a:ln w="190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02920" y="221284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Aaditya Bhandari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07008" y="25146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210312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246120" y="201168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83280" y="2176272"/>
            <a:ext cx="594360" cy="594360"/>
          </a:xfrm>
          <a:prstGeom prst="ellipse">
            <a:avLst/>
          </a:prstGeom>
          <a:solidFill>
            <a:srgbClr val="FFC72C">
              <a:alpha val="80000"/>
            </a:srgbClr>
          </a:solidFill>
          <a:ln w="190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383280" y="221284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SJS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087368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Sandesh Jung Shah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87368" y="25146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01168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8" name="Shape 16"/>
          <p:cNvSpPr/>
          <p:nvPr/>
        </p:nvSpPr>
        <p:spPr>
          <a:xfrm>
            <a:off x="6126480" y="2011680"/>
            <a:ext cx="269748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263640" y="2176272"/>
            <a:ext cx="594360" cy="594360"/>
          </a:xfrm>
          <a:prstGeom prst="ellipse">
            <a:avLst/>
          </a:prstGeom>
          <a:solidFill>
            <a:srgbClr val="FFD966">
              <a:alpha val="80000"/>
            </a:srgbClr>
          </a:solidFill>
          <a:ln w="1905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263640" y="221284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67728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Badhurdeen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347472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65760" y="3474720"/>
            <a:ext cx="26974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02920" y="3639312"/>
            <a:ext cx="594360" cy="594360"/>
          </a:xfrm>
          <a:prstGeom prst="ellipse">
            <a:avLst/>
          </a:prstGeom>
          <a:solidFill>
            <a:srgbClr val="E6A800">
              <a:alpha val="80000"/>
            </a:srgbClr>
          </a:solidFill>
          <a:ln w="1905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02920" y="367588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7008" y="36393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Sijan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Bhandhari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07008" y="39776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A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Scenarios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46120" y="347472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246120" y="3474720"/>
            <a:ext cx="269748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383280" y="3639312"/>
            <a:ext cx="594360" cy="594360"/>
          </a:xfrm>
          <a:prstGeom prst="ellipse">
            <a:avLst/>
          </a:prstGeom>
          <a:solidFill>
            <a:srgbClr val="FFC72C">
              <a:alpha val="80000"/>
            </a:srgbClr>
          </a:solidFill>
          <a:ln w="190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383280" y="367588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87368" y="36393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Johns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Jimee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87368" y="39776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26480" y="3474720"/>
            <a:ext cx="2697480" cy="128016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126480" y="3474720"/>
            <a:ext cx="269748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263640" y="3639312"/>
            <a:ext cx="594360" cy="594360"/>
          </a:xfrm>
          <a:prstGeom prst="ellipse">
            <a:avLst/>
          </a:prstGeom>
          <a:solidFill>
            <a:srgbClr val="E6A800">
              <a:alpha val="80000"/>
            </a:srgbClr>
          </a:solidFill>
          <a:ln w="1905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6263640" y="3675888"/>
            <a:ext cx="594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967728" y="36393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Nabin Sunar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7728" y="39776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A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&amp; Comms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6  ·  MEMBER 6</a:t>
            </a:r>
            <a:endParaRPr lang="en-US" sz="900" dirty="0"/>
          </a:p>
        </p:txBody>
      </p:sp>
      <p:sp>
        <p:nvSpPr>
          <p:cNvPr id="43" name="Text 20"/>
          <p:cNvSpPr/>
          <p:nvPr/>
        </p:nvSpPr>
        <p:spPr>
          <a:xfrm>
            <a:off x="4114800" y="24780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D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UX Design</a:t>
            </a:r>
            <a:endParaRPr lang="en-US" sz="1000" dirty="0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191FE308-0C80-E72E-887F-08D2960F2E51}"/>
              </a:ext>
            </a:extLst>
          </p:cNvPr>
          <p:cNvSpPr/>
          <p:nvPr/>
        </p:nvSpPr>
        <p:spPr>
          <a:xfrm>
            <a:off x="6995160" y="24597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D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FFC72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STEPS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Comes Next.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2176272"/>
            <a:ext cx="7680960" cy="0"/>
          </a:xfrm>
          <a:prstGeom prst="line">
            <a:avLst/>
          </a:prstGeom>
          <a:noFill/>
          <a:ln w="25400">
            <a:solidFill>
              <a:srgbClr val="FFC72C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43000" y="1993392"/>
            <a:ext cx="365760" cy="3657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92024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9436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Public Release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Coventry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network.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993392"/>
            <a:ext cx="365760" cy="365760"/>
          </a:xfrm>
          <a:prstGeom prst="ellipse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65176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D966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651760" y="2487168"/>
            <a:ext cx="1920240" cy="54864"/>
          </a:xfrm>
          <a:prstGeom prst="rect">
            <a:avLst/>
          </a:prstGeom>
          <a:solidFill>
            <a:srgbClr val="FFD966"/>
          </a:solidFill>
          <a:ln w="12700">
            <a:solidFill>
              <a:srgbClr val="FFD9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69748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FD9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Q3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School Pilots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9748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local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schools.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49240" y="1993392"/>
            <a:ext cx="365760" cy="365760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75488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FFC72C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754880" y="2487168"/>
            <a:ext cx="1920240" cy="5486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80060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Q4 2026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0060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80060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analytics &amp;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tracking.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52360" y="1993392"/>
            <a:ext cx="365760" cy="365760"/>
          </a:xfrm>
          <a:prstGeom prst="ellipse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858000" y="2487168"/>
            <a:ext cx="1920240" cy="2148840"/>
          </a:xfrm>
          <a:prstGeom prst="rect">
            <a:avLst/>
          </a:prstGeom>
          <a:solidFill>
            <a:srgbClr val="1A1A2E"/>
          </a:solidFill>
          <a:ln w="19050">
            <a:solidFill>
              <a:srgbClr val="E6A80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858000" y="2487168"/>
            <a:ext cx="1920240" cy="54864"/>
          </a:xfrm>
          <a:prstGeom prst="rect">
            <a:avLst/>
          </a:prstGeom>
          <a:solidFill>
            <a:srgbClr val="E6A800"/>
          </a:solidFill>
          <a:ln w="12700">
            <a:solidFill>
              <a:srgbClr val="E6A8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903720" y="2542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6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2027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0372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Expansion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0372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scenarios,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age tracks.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27432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6  ·  MEMBER 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rot="2700000">
            <a:off x="7315200" y="18288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 rot="2700000">
            <a:off x="7955280" y="100584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rot="2700000">
            <a:off x="6858000" y="164592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 rot="2700000">
            <a:off x="8229600" y="228600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 rot="2700000">
            <a:off x="7589520" y="310896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 rot="2700000">
            <a:off x="7132320" y="3840480"/>
            <a:ext cx="502920" cy="502920"/>
          </a:xfrm>
          <a:prstGeom prst="rect">
            <a:avLst/>
          </a:prstGeom>
          <a:solidFill>
            <a:srgbClr val="FFC72C">
              <a:alpha val="12000"/>
            </a:srgbClr>
          </a:solidFill>
          <a:ln w="635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57200" y="411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FFC72C"/>
                </a:solidFill>
              </a:rPr>
              <a:t>⬡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5720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HEXA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457200" y="2240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Cyber-Smart Gaming for Education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4572000" cy="3657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572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you.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57200" y="36393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 ·  Team Hexa  ·  Coventry University  ·  503IT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0000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0" y="4754880"/>
            <a:ext cx="9144000" cy="4572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COVENTRY UNIVERSITY  ·  503IT  ·  COMMUNICATION &amp; COLLABORATION  ·  JUNE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7FE83D6630D843B4C8DC56C0484B18" ma:contentTypeVersion="11" ma:contentTypeDescription="Create a new document." ma:contentTypeScope="" ma:versionID="d42fef486da5cd9c92e0612361fa4ded">
  <xsd:schema xmlns:xsd="http://www.w3.org/2001/XMLSchema" xmlns:xs="http://www.w3.org/2001/XMLSchema" xmlns:p="http://schemas.microsoft.com/office/2006/metadata/properties" xmlns:ns3="2dcf20c6-c6ca-4b6e-9555-84962ccd8b66" targetNamespace="http://schemas.microsoft.com/office/2006/metadata/properties" ma:root="true" ma:fieldsID="6cbb21c96ba3699644f38b83e1583a0b" ns3:_="">
    <xsd:import namespace="2dcf20c6-c6ca-4b6e-9555-84962ccd8b6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cf20c6-c6ca-4b6e-9555-84962ccd8b6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dcf20c6-c6ca-4b6e-9555-84962ccd8b66" xsi:nil="true"/>
  </documentManagement>
</p:properties>
</file>

<file path=customXml/itemProps1.xml><?xml version="1.0" encoding="utf-8"?>
<ds:datastoreItem xmlns:ds="http://schemas.openxmlformats.org/officeDocument/2006/customXml" ds:itemID="{D1ACD10F-D476-489A-8E4A-39160425B76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cf20c6-c6ca-4b6e-9555-84962ccd8b6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D33369-F7F5-465F-B341-6D8B7DF2AB7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5A2C075-C179-45CB-B8B6-53A09713929E}">
  <ds:schemaRefs>
    <ds:schemaRef ds:uri="http://www.w3.org/XML/1998/namespace"/>
    <ds:schemaRef ds:uri="http://purl.org/dc/elements/1.1/"/>
    <ds:schemaRef ds:uri="http://purl.org/dc/dcmitype/"/>
    <ds:schemaRef ds:uri="http://schemas.openxmlformats.org/package/2006/metadata/core-properties"/>
    <ds:schemaRef ds:uri="http://purl.org/dc/terms/"/>
    <ds:schemaRef ds:uri="http://schemas.microsoft.com/office/2006/metadata/properties"/>
    <ds:schemaRef ds:uri="http://schemas.microsoft.com/office/2006/documentManagement/types"/>
    <ds:schemaRef ds:uri="2dcf20c6-c6ca-4b6e-9555-84962ccd8b66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724</Words>
  <Application>Microsoft Office PowerPoint</Application>
  <PresentationFormat>On-screen Show (16:9)</PresentationFormat>
  <Paragraphs>221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Hexa – Cyber-Smart Gaming for Education</dc:title>
  <dc:subject>PptxGenJS Presentation</dc:subject>
  <dc:creator>PptxGenJS</dc:creator>
  <cp:lastModifiedBy>Abdullah Badhurdeen</cp:lastModifiedBy>
  <cp:revision>3</cp:revision>
  <dcterms:created xsi:type="dcterms:W3CDTF">2026-06-03T09:12:25Z</dcterms:created>
  <dcterms:modified xsi:type="dcterms:W3CDTF">2026-06-03T09:51:24Z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0x010100347FE83D6630D843B4C8DC56C0484B18</vt:lpwstr>
  </property>
</Properties>
</file>