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144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DHULLAH BADHURDEEN" userId="38191fa57b5766cf" providerId="LiveId" clId="{7DD2123D-4853-454B-AB2D-0FD32E8814F7}"/>
    <pc:docChg chg="custSel modSld">
      <pc:chgData name="ABDHULLAH BADHURDEEN" userId="38191fa57b5766cf" providerId="LiveId" clId="{7DD2123D-4853-454B-AB2D-0FD32E8814F7}" dt="2026-06-03T09:32:18.022" v="48" actId="20577"/>
      <pc:docMkLst>
        <pc:docMk/>
      </pc:docMkLst>
      <pc:sldChg chg="addSp delSp modSp mod">
        <pc:chgData name="ABDHULLAH BADHURDEEN" userId="38191fa57b5766cf" providerId="LiveId" clId="{7DD2123D-4853-454B-AB2D-0FD32E8814F7}" dt="2026-06-03T09:25:15.953" v="10" actId="14100"/>
        <pc:sldMkLst>
          <pc:docMk/>
          <pc:sldMk cId="0" sldId="258"/>
        </pc:sldMkLst>
        <pc:spChg chg="del">
          <ac:chgData name="ABDHULLAH BADHURDEEN" userId="38191fa57b5766cf" providerId="LiveId" clId="{7DD2123D-4853-454B-AB2D-0FD32E8814F7}" dt="2026-06-03T09:23:55.990" v="1" actId="478"/>
          <ac:spMkLst>
            <pc:docMk/>
            <pc:sldMk cId="0" sldId="258"/>
            <ac:spMk id="15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3:54.189" v="0" actId="478"/>
          <ac:spMkLst>
            <pc:docMk/>
            <pc:sldMk cId="0" sldId="258"/>
            <ac:spMk id="16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4:18.914" v="5" actId="478"/>
          <ac:spMkLst>
            <pc:docMk/>
            <pc:sldMk cId="0" sldId="258"/>
            <ac:spMk id="17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4:09.781" v="4" actId="478"/>
          <ac:spMkLst>
            <pc:docMk/>
            <pc:sldMk cId="0" sldId="258"/>
            <ac:spMk id="18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4:09.781" v="4" actId="478"/>
          <ac:spMkLst>
            <pc:docMk/>
            <pc:sldMk cId="0" sldId="258"/>
            <ac:spMk id="19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4:09.781" v="4" actId="478"/>
          <ac:spMkLst>
            <pc:docMk/>
            <pc:sldMk cId="0" sldId="258"/>
            <ac:spMk id="20" creationId="{00000000-0000-0000-0000-000000000000}"/>
          </ac:spMkLst>
        </pc:spChg>
        <pc:spChg chg="del mod">
          <ac:chgData name="ABDHULLAH BADHURDEEN" userId="38191fa57b5766cf" providerId="LiveId" clId="{7DD2123D-4853-454B-AB2D-0FD32E8814F7}" dt="2026-06-03T09:24:04.692" v="3" actId="478"/>
          <ac:spMkLst>
            <pc:docMk/>
            <pc:sldMk cId="0" sldId="258"/>
            <ac:spMk id="21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4:09.781" v="4" actId="478"/>
          <ac:spMkLst>
            <pc:docMk/>
            <pc:sldMk cId="0" sldId="258"/>
            <ac:spMk id="22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4:09.781" v="4" actId="478"/>
          <ac:spMkLst>
            <pc:docMk/>
            <pc:sldMk cId="0" sldId="258"/>
            <ac:spMk id="23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4:09.781" v="4" actId="478"/>
          <ac:spMkLst>
            <pc:docMk/>
            <pc:sldMk cId="0" sldId="258"/>
            <ac:spMk id="26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4:09.781" v="4" actId="478"/>
          <ac:spMkLst>
            <pc:docMk/>
            <pc:sldMk cId="0" sldId="258"/>
            <ac:spMk id="27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4:09.781" v="4" actId="478"/>
          <ac:spMkLst>
            <pc:docMk/>
            <pc:sldMk cId="0" sldId="258"/>
            <ac:spMk id="29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4:09.781" v="4" actId="478"/>
          <ac:spMkLst>
            <pc:docMk/>
            <pc:sldMk cId="0" sldId="258"/>
            <ac:spMk id="30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4:09.781" v="4" actId="478"/>
          <ac:spMkLst>
            <pc:docMk/>
            <pc:sldMk cId="0" sldId="258"/>
            <ac:spMk id="31" creationId="{00000000-0000-0000-0000-000000000000}"/>
          </ac:spMkLst>
        </pc:spChg>
        <pc:picChg chg="add mod">
          <ac:chgData name="ABDHULLAH BADHURDEEN" userId="38191fa57b5766cf" providerId="LiveId" clId="{7DD2123D-4853-454B-AB2D-0FD32E8814F7}" dt="2026-06-03T09:25:15.953" v="10" actId="14100"/>
          <ac:picMkLst>
            <pc:docMk/>
            <pc:sldMk cId="0" sldId="258"/>
            <ac:picMk id="35" creationId="{B03D381C-7725-D485-77A9-364CBF3D8D30}"/>
          </ac:picMkLst>
        </pc:picChg>
      </pc:sldChg>
      <pc:sldChg chg="addSp delSp modSp mod">
        <pc:chgData name="ABDHULLAH BADHURDEEN" userId="38191fa57b5766cf" providerId="LiveId" clId="{7DD2123D-4853-454B-AB2D-0FD32E8814F7}" dt="2026-06-03T09:27:21.446" v="20" actId="14100"/>
        <pc:sldMkLst>
          <pc:docMk/>
          <pc:sldMk cId="0" sldId="259"/>
        </pc:sldMkLst>
        <pc:spChg chg="del">
          <ac:chgData name="ABDHULLAH BADHURDEEN" userId="38191fa57b5766cf" providerId="LiveId" clId="{7DD2123D-4853-454B-AB2D-0FD32E8814F7}" dt="2026-06-03T09:26:33.807" v="13" actId="478"/>
          <ac:spMkLst>
            <pc:docMk/>
            <pc:sldMk cId="0" sldId="259"/>
            <ac:spMk id="2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6:33.807" v="13" actId="478"/>
          <ac:spMkLst>
            <pc:docMk/>
            <pc:sldMk cId="0" sldId="259"/>
            <ac:spMk id="3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6:42.870" v="14" actId="478"/>
          <ac:spMkLst>
            <pc:docMk/>
            <pc:sldMk cId="0" sldId="259"/>
            <ac:spMk id="4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6:45.843" v="15" actId="478"/>
          <ac:spMkLst>
            <pc:docMk/>
            <pc:sldMk cId="0" sldId="259"/>
            <ac:spMk id="5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6:48.620" v="16" actId="478"/>
          <ac:spMkLst>
            <pc:docMk/>
            <pc:sldMk cId="0" sldId="259"/>
            <ac:spMk id="6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6:15.116" v="12" actId="478"/>
          <ac:spMkLst>
            <pc:docMk/>
            <pc:sldMk cId="0" sldId="259"/>
            <ac:spMk id="11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6:15.116" v="12" actId="478"/>
          <ac:spMkLst>
            <pc:docMk/>
            <pc:sldMk cId="0" sldId="259"/>
            <ac:spMk id="13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6:15.116" v="12" actId="478"/>
          <ac:spMkLst>
            <pc:docMk/>
            <pc:sldMk cId="0" sldId="259"/>
            <ac:spMk id="14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6:15.116" v="12" actId="478"/>
          <ac:spMkLst>
            <pc:docMk/>
            <pc:sldMk cId="0" sldId="259"/>
            <ac:spMk id="21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6:15.116" v="12" actId="478"/>
          <ac:spMkLst>
            <pc:docMk/>
            <pc:sldMk cId="0" sldId="259"/>
            <ac:spMk id="22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6:15.116" v="12" actId="478"/>
          <ac:spMkLst>
            <pc:docMk/>
            <pc:sldMk cId="0" sldId="259"/>
            <ac:spMk id="23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6:15.116" v="12" actId="478"/>
          <ac:spMkLst>
            <pc:docMk/>
            <pc:sldMk cId="0" sldId="259"/>
            <ac:spMk id="24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6:15.116" v="12" actId="478"/>
          <ac:spMkLst>
            <pc:docMk/>
            <pc:sldMk cId="0" sldId="259"/>
            <ac:spMk id="28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6:15.116" v="12" actId="478"/>
          <ac:spMkLst>
            <pc:docMk/>
            <pc:sldMk cId="0" sldId="259"/>
            <ac:spMk id="29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6:15.116" v="12" actId="478"/>
          <ac:spMkLst>
            <pc:docMk/>
            <pc:sldMk cId="0" sldId="259"/>
            <ac:spMk id="30" creationId="{00000000-0000-0000-0000-000000000000}"/>
          </ac:spMkLst>
        </pc:spChg>
        <pc:picChg chg="add mod">
          <ac:chgData name="ABDHULLAH BADHURDEEN" userId="38191fa57b5766cf" providerId="LiveId" clId="{7DD2123D-4853-454B-AB2D-0FD32E8814F7}" dt="2026-06-03T09:27:21.446" v="20" actId="14100"/>
          <ac:picMkLst>
            <pc:docMk/>
            <pc:sldMk cId="0" sldId="259"/>
            <ac:picMk id="34" creationId="{B9A39F14-2203-6149-A2D9-6897C9E166CD}"/>
          </ac:picMkLst>
        </pc:picChg>
      </pc:sldChg>
      <pc:sldChg chg="addSp delSp modSp mod">
        <pc:chgData name="ABDHULLAH BADHURDEEN" userId="38191fa57b5766cf" providerId="LiveId" clId="{7DD2123D-4853-454B-AB2D-0FD32E8814F7}" dt="2026-06-03T09:30:21.804" v="31" actId="1076"/>
        <pc:sldMkLst>
          <pc:docMk/>
          <pc:sldMk cId="0" sldId="260"/>
        </pc:sldMkLst>
        <pc:spChg chg="mod">
          <ac:chgData name="ABDHULLAH BADHURDEEN" userId="38191fa57b5766cf" providerId="LiveId" clId="{7DD2123D-4853-454B-AB2D-0FD32E8814F7}" dt="2026-06-03T09:30:21.804" v="31" actId="1076"/>
          <ac:spMkLst>
            <pc:docMk/>
            <pc:sldMk cId="0" sldId="260"/>
            <ac:spMk id="2" creationId="{00000000-0000-0000-0000-000000000000}"/>
          </ac:spMkLst>
        </pc:spChg>
        <pc:spChg chg="mod">
          <ac:chgData name="ABDHULLAH BADHURDEEN" userId="38191fa57b5766cf" providerId="LiveId" clId="{7DD2123D-4853-454B-AB2D-0FD32E8814F7}" dt="2026-06-03T09:25:38.738" v="11" actId="1076"/>
          <ac:spMkLst>
            <pc:docMk/>
            <pc:sldMk cId="0" sldId="260"/>
            <ac:spMk id="7" creationId="{00000000-0000-0000-0000-000000000000}"/>
          </ac:spMkLst>
        </pc:spChg>
        <pc:spChg chg="mod">
          <ac:chgData name="ABDHULLAH BADHURDEEN" userId="38191fa57b5766cf" providerId="LiveId" clId="{7DD2123D-4853-454B-AB2D-0FD32E8814F7}" dt="2026-06-03T09:25:38.738" v="11" actId="1076"/>
          <ac:spMkLst>
            <pc:docMk/>
            <pc:sldMk cId="0" sldId="260"/>
            <ac:spMk id="9" creationId="{00000000-0000-0000-0000-000000000000}"/>
          </ac:spMkLst>
        </pc:spChg>
        <pc:spChg chg="mod">
          <ac:chgData name="ABDHULLAH BADHURDEEN" userId="38191fa57b5766cf" providerId="LiveId" clId="{7DD2123D-4853-454B-AB2D-0FD32E8814F7}" dt="2026-06-03T09:25:38.738" v="11" actId="1076"/>
          <ac:spMkLst>
            <pc:docMk/>
            <pc:sldMk cId="0" sldId="260"/>
            <ac:spMk id="10" creationId="{00000000-0000-0000-0000-000000000000}"/>
          </ac:spMkLst>
        </pc:spChg>
        <pc:spChg chg="mod">
          <ac:chgData name="ABDHULLAH BADHURDEEN" userId="38191fa57b5766cf" providerId="LiveId" clId="{7DD2123D-4853-454B-AB2D-0FD32E8814F7}" dt="2026-06-03T09:25:38.738" v="11" actId="1076"/>
          <ac:spMkLst>
            <pc:docMk/>
            <pc:sldMk cId="0" sldId="260"/>
            <ac:spMk id="11" creationId="{00000000-0000-0000-0000-000000000000}"/>
          </ac:spMkLst>
        </pc:spChg>
        <pc:spChg chg="mod">
          <ac:chgData name="ABDHULLAH BADHURDEEN" userId="38191fa57b5766cf" providerId="LiveId" clId="{7DD2123D-4853-454B-AB2D-0FD32E8814F7}" dt="2026-06-03T09:25:38.738" v="11" actId="1076"/>
          <ac:spMkLst>
            <pc:docMk/>
            <pc:sldMk cId="0" sldId="260"/>
            <ac:spMk id="12" creationId="{00000000-0000-0000-0000-000000000000}"/>
          </ac:spMkLst>
        </pc:spChg>
        <pc:spChg chg="mod">
          <ac:chgData name="ABDHULLAH BADHURDEEN" userId="38191fa57b5766cf" providerId="LiveId" clId="{7DD2123D-4853-454B-AB2D-0FD32E8814F7}" dt="2026-06-03T09:25:38.738" v="11" actId="1076"/>
          <ac:spMkLst>
            <pc:docMk/>
            <pc:sldMk cId="0" sldId="260"/>
            <ac:spMk id="13" creationId="{00000000-0000-0000-0000-000000000000}"/>
          </ac:spMkLst>
        </pc:spChg>
        <pc:spChg chg="mod">
          <ac:chgData name="ABDHULLAH BADHURDEEN" userId="38191fa57b5766cf" providerId="LiveId" clId="{7DD2123D-4853-454B-AB2D-0FD32E8814F7}" dt="2026-06-03T09:25:38.738" v="11" actId="1076"/>
          <ac:spMkLst>
            <pc:docMk/>
            <pc:sldMk cId="0" sldId="260"/>
            <ac:spMk id="14" creationId="{00000000-0000-0000-0000-000000000000}"/>
          </ac:spMkLst>
        </pc:spChg>
        <pc:spChg chg="mod">
          <ac:chgData name="ABDHULLAH BADHURDEEN" userId="38191fa57b5766cf" providerId="LiveId" clId="{7DD2123D-4853-454B-AB2D-0FD32E8814F7}" dt="2026-06-03T09:25:38.738" v="11" actId="1076"/>
          <ac:spMkLst>
            <pc:docMk/>
            <pc:sldMk cId="0" sldId="260"/>
            <ac:spMk id="15" creationId="{00000000-0000-0000-0000-000000000000}"/>
          </ac:spMkLst>
        </pc:spChg>
        <pc:spChg chg="mod">
          <ac:chgData name="ABDHULLAH BADHURDEEN" userId="38191fa57b5766cf" providerId="LiveId" clId="{7DD2123D-4853-454B-AB2D-0FD32E8814F7}" dt="2026-06-03T09:25:38.738" v="11" actId="1076"/>
          <ac:spMkLst>
            <pc:docMk/>
            <pc:sldMk cId="0" sldId="260"/>
            <ac:spMk id="16" creationId="{00000000-0000-0000-0000-000000000000}"/>
          </ac:spMkLst>
        </pc:spChg>
        <pc:spChg chg="mod">
          <ac:chgData name="ABDHULLAH BADHURDEEN" userId="38191fa57b5766cf" providerId="LiveId" clId="{7DD2123D-4853-454B-AB2D-0FD32E8814F7}" dt="2026-06-03T09:25:38.738" v="11" actId="1076"/>
          <ac:spMkLst>
            <pc:docMk/>
            <pc:sldMk cId="0" sldId="260"/>
            <ac:spMk id="17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9:17.749" v="23" actId="478"/>
          <ac:spMkLst>
            <pc:docMk/>
            <pc:sldMk cId="0" sldId="260"/>
            <ac:spMk id="21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9:15.230" v="22" actId="478"/>
          <ac:spMkLst>
            <pc:docMk/>
            <pc:sldMk cId="0" sldId="260"/>
            <ac:spMk id="22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9:15.230" v="22" actId="478"/>
          <ac:spMkLst>
            <pc:docMk/>
            <pc:sldMk cId="0" sldId="260"/>
            <ac:spMk id="24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9:08.984" v="21" actId="478"/>
          <ac:spMkLst>
            <pc:docMk/>
            <pc:sldMk cId="0" sldId="260"/>
            <ac:spMk id="25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9:08.984" v="21" actId="478"/>
          <ac:spMkLst>
            <pc:docMk/>
            <pc:sldMk cId="0" sldId="260"/>
            <ac:spMk id="26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9:08.984" v="21" actId="478"/>
          <ac:spMkLst>
            <pc:docMk/>
            <pc:sldMk cId="0" sldId="260"/>
            <ac:spMk id="31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9:08.984" v="21" actId="478"/>
          <ac:spMkLst>
            <pc:docMk/>
            <pc:sldMk cId="0" sldId="260"/>
            <ac:spMk id="32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9:15.230" v="22" actId="478"/>
          <ac:spMkLst>
            <pc:docMk/>
            <pc:sldMk cId="0" sldId="260"/>
            <ac:spMk id="33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9:08.984" v="21" actId="478"/>
          <ac:spMkLst>
            <pc:docMk/>
            <pc:sldMk cId="0" sldId="260"/>
            <ac:spMk id="34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9:08.984" v="21" actId="478"/>
          <ac:spMkLst>
            <pc:docMk/>
            <pc:sldMk cId="0" sldId="260"/>
            <ac:spMk id="36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9:08.984" v="21" actId="478"/>
          <ac:spMkLst>
            <pc:docMk/>
            <pc:sldMk cId="0" sldId="260"/>
            <ac:spMk id="37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9:08.984" v="21" actId="478"/>
          <ac:spMkLst>
            <pc:docMk/>
            <pc:sldMk cId="0" sldId="260"/>
            <ac:spMk id="40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9:08.984" v="21" actId="478"/>
          <ac:spMkLst>
            <pc:docMk/>
            <pc:sldMk cId="0" sldId="260"/>
            <ac:spMk id="43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9:08.984" v="21" actId="478"/>
          <ac:spMkLst>
            <pc:docMk/>
            <pc:sldMk cId="0" sldId="260"/>
            <ac:spMk id="45" creationId="{00000000-0000-0000-0000-000000000000}"/>
          </ac:spMkLst>
        </pc:spChg>
        <pc:spChg chg="mod">
          <ac:chgData name="ABDHULLAH BADHURDEEN" userId="38191fa57b5766cf" providerId="LiveId" clId="{7DD2123D-4853-454B-AB2D-0FD32E8814F7}" dt="2026-06-03T09:29:19.481" v="24" actId="1076"/>
          <ac:spMkLst>
            <pc:docMk/>
            <pc:sldMk cId="0" sldId="260"/>
            <ac:spMk id="46" creationId="{00000000-0000-0000-0000-000000000000}"/>
          </ac:spMkLst>
        </pc:spChg>
        <pc:spChg chg="del">
          <ac:chgData name="ABDHULLAH BADHURDEEN" userId="38191fa57b5766cf" providerId="LiveId" clId="{7DD2123D-4853-454B-AB2D-0FD32E8814F7}" dt="2026-06-03T09:29:22.744" v="25" actId="478"/>
          <ac:spMkLst>
            <pc:docMk/>
            <pc:sldMk cId="0" sldId="260"/>
            <ac:spMk id="47" creationId="{00000000-0000-0000-0000-000000000000}"/>
          </ac:spMkLst>
        </pc:spChg>
        <pc:picChg chg="add mod">
          <ac:chgData name="ABDHULLAH BADHURDEEN" userId="38191fa57b5766cf" providerId="LiveId" clId="{7DD2123D-4853-454B-AB2D-0FD32E8814F7}" dt="2026-06-03T09:29:30.374" v="29" actId="1076"/>
          <ac:picMkLst>
            <pc:docMk/>
            <pc:sldMk cId="0" sldId="260"/>
            <ac:picMk id="51" creationId="{E00DD4CE-F570-C3A7-EB50-F36B6650F998}"/>
          </ac:picMkLst>
        </pc:picChg>
      </pc:sldChg>
      <pc:sldChg chg="modSp mod">
        <pc:chgData name="ABDHULLAH BADHURDEEN" userId="38191fa57b5766cf" providerId="LiveId" clId="{7DD2123D-4853-454B-AB2D-0FD32E8814F7}" dt="2026-06-03T09:32:18.022" v="48" actId="20577"/>
        <pc:sldMkLst>
          <pc:docMk/>
          <pc:sldMk cId="0" sldId="262"/>
        </pc:sldMkLst>
        <pc:spChg chg="mod">
          <ac:chgData name="ABDHULLAH BADHURDEEN" userId="38191fa57b5766cf" providerId="LiveId" clId="{7DD2123D-4853-454B-AB2D-0FD32E8814F7}" dt="2026-06-03T09:32:18.022" v="48" actId="20577"/>
          <ac:spMkLst>
            <pc:docMk/>
            <pc:sldMk cId="0" sldId="262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6087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6858000" y="274320"/>
            <a:ext cx="548640" cy="54864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 rot="2700000">
            <a:off x="8046720" y="1097280"/>
            <a:ext cx="548640" cy="54864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 rot="2700000">
            <a:off x="8412480" y="91440"/>
            <a:ext cx="548640" cy="54864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rot="2700000">
            <a:off x="6400800" y="1828800"/>
            <a:ext cx="548640" cy="54864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 rot="2700000">
            <a:off x="8686800" y="2560320"/>
            <a:ext cx="548640" cy="54864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rot="2700000">
            <a:off x="7315200" y="3200400"/>
            <a:ext cx="548640" cy="54864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7498080" y="0"/>
            <a:ext cx="1645920" cy="5143500"/>
          </a:xfrm>
          <a:prstGeom prst="rect">
            <a:avLst/>
          </a:prstGeom>
          <a:solidFill>
            <a:srgbClr val="FFC72C">
              <a:alpha val="8000"/>
            </a:srgbClr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 rot="2700000">
            <a:off x="457200" y="548640"/>
            <a:ext cx="640080" cy="640080"/>
          </a:xfrm>
          <a:prstGeom prst="rect">
            <a:avLst/>
          </a:prstGeom>
          <a:solidFill>
            <a:srgbClr val="FFC72C">
              <a:alpha val="80000"/>
            </a:srgbClr>
          </a:solidFill>
          <a:ln w="254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38912" y="64008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74320" y="14630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kern="0" spc="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HEXA</a:t>
            </a:r>
            <a:endParaRPr lang="en-US" sz="8000" dirty="0"/>
          </a:p>
        </p:txBody>
      </p:sp>
      <p:sp>
        <p:nvSpPr>
          <p:cNvPr id="13" name="Shape 11"/>
          <p:cNvSpPr/>
          <p:nvPr/>
        </p:nvSpPr>
        <p:spPr>
          <a:xfrm>
            <a:off x="274320" y="2633472"/>
            <a:ext cx="3840480" cy="3657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74320" y="27249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FFC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Cyber-Smart Gaming for Education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74320" y="3246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kern="0" spc="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Coventry University  ·  503IT  ·  Team Hexa  ·  6 Members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0" y="4754880"/>
            <a:ext cx="9144000" cy="4572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7432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PRESENTATION  ·  JUNE 2026  ·  15 MINUTES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C72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CHALLENGE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Digital Danger Is Rising.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Awareness Isn't.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2743200" cy="228600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274320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in 3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548640" y="3291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users face phishing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scam attempts online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2286000"/>
            <a:ext cx="2743200" cy="228600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3383280" y="2286000"/>
            <a:ext cx="274320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474720" y="2423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Low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474720" y="3291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rate from traditional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leaflets &amp; lectures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2286000"/>
            <a:ext cx="2743200" cy="2286000"/>
          </a:xfrm>
          <a:prstGeom prst="rect">
            <a:avLst/>
          </a:prstGeom>
          <a:solidFill>
            <a:srgbClr val="1A1A2E"/>
          </a:solidFill>
          <a:ln w="19050">
            <a:solidFill>
              <a:srgbClr val="FFD966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309360" y="2286000"/>
            <a:ext cx="2743200" cy="54864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400800" y="2423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D9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Years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400800" y="3291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exposure before most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cyber education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1  ·  MEMBER 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C72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SOLUTION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AAAA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Introducing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Hexa.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story-driven cyber-security quiz game where players learn by living real online scenarios.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337560"/>
            <a:ext cx="256032" cy="256032"/>
          </a:xfrm>
          <a:prstGeom prst="rect">
            <a:avLst/>
          </a:prstGeom>
          <a:solidFill>
            <a:srgbClr val="FFC72C">
              <a:alpha val="70000"/>
            </a:srgbClr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822960" y="33467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Scenarios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56032" cy="256032"/>
          </a:xfrm>
          <a:prstGeom prst="rect">
            <a:avLst/>
          </a:prstGeom>
          <a:solidFill>
            <a:srgbClr val="FFC72C">
              <a:alpha val="70000"/>
            </a:srgbClr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822960" y="366674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Age Groups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977640"/>
            <a:ext cx="256032" cy="256032"/>
          </a:xfrm>
          <a:prstGeom prst="rect">
            <a:avLst/>
          </a:prstGeom>
          <a:solidFill>
            <a:srgbClr val="FFD966">
              <a:alpha val="70000"/>
            </a:srgbClr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822960" y="39867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Feedback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297680"/>
            <a:ext cx="256032" cy="256032"/>
          </a:xfrm>
          <a:prstGeom prst="rect">
            <a:avLst/>
          </a:prstGeom>
          <a:solidFill>
            <a:srgbClr val="AAAAAA">
              <a:alpha val="70000"/>
            </a:srgbClr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822960" y="43068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Any Browser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2  ·  MEMBER 2</a:t>
            </a:r>
            <a:endParaRPr lang="en-US" sz="90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03D381C-7725-D485-77A9-364CBF3D8D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1032093"/>
            <a:ext cx="4757767" cy="304436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2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2  ·  MEMBER 2</a:t>
            </a:r>
            <a:endParaRPr lang="en-US" sz="90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B9A39F14-2203-6149-A2D9-6897C9E166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43"/>
            <a:ext cx="9144000" cy="48373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2590" y="218866"/>
            <a:ext cx="1645920" cy="256032"/>
          </a:xfrm>
          <a:prstGeom prst="rect">
            <a:avLst/>
          </a:prstGeom>
          <a:solidFill>
            <a:srgbClr val="FFD966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Learn by Deciding.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418854" y="1608164"/>
            <a:ext cx="347472" cy="347472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418854" y="162645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21774" y="16081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 Scenario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21774" y="186419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suspicious email,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risky login, a social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moment.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18854" y="2412836"/>
            <a:ext cx="347472" cy="347472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18854" y="2431124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21774" y="24128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Choice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21774" y="266886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from realistic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multiple-choice options.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18854" y="3217508"/>
            <a:ext cx="347472" cy="347472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18854" y="3235796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21774" y="32175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Feedback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21774" y="34735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consequence +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plain-English explanation.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18854" y="4022180"/>
            <a:ext cx="347472" cy="347472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18854" y="4040468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21774" y="40221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Habit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21774" y="42782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to reinforce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behaviour.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71433" y="3473540"/>
            <a:ext cx="4572000" cy="2011680"/>
          </a:xfrm>
          <a:prstGeom prst="rect">
            <a:avLst/>
          </a:prstGeom>
          <a:solidFill>
            <a:srgbClr val="0F0F1A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3  ·  MEMBER 3</a:t>
            </a:r>
            <a:endParaRPr lang="en-US" sz="900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E00DD4CE-F570-C3A7-EB50-F36B6650F9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4008" y="604269"/>
            <a:ext cx="5620420" cy="300244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D966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DESIGNED FOR EVERYONE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Game.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Audiences.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2697480" cy="2743200"/>
          </a:xfrm>
          <a:prstGeom prst="rect">
            <a:avLst/>
          </a:prstGeom>
          <a:solidFill>
            <a:srgbClr val="0F0F0F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269748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548640" y="217627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CHILDREN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1792" y="3218688"/>
            <a:ext cx="73152" cy="21945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777240" y="32186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internet use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" y="3675888"/>
            <a:ext cx="73152" cy="21945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777240" y="36758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information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" y="4133088"/>
            <a:ext cx="73152" cy="21945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777240" y="41330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Spotting online dangers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337560" y="2103120"/>
            <a:ext cx="2697480" cy="2743200"/>
          </a:xfrm>
          <a:prstGeom prst="rect">
            <a:avLst/>
          </a:prstGeom>
          <a:solidFill>
            <a:srgbClr val="0F0F1A"/>
          </a:solidFill>
          <a:ln w="19050">
            <a:solidFill>
              <a:srgbClr val="E6A800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337560" y="2103120"/>
            <a:ext cx="2697480" cy="54864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429000" y="217627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🏙️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3429000" y="274320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6A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TEENS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502152" y="3218688"/>
            <a:ext cx="73152" cy="219456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657600" y="32186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 safety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502152" y="3675888"/>
            <a:ext cx="73152" cy="219456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657600" y="36758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Cyberbullying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502152" y="4133088"/>
            <a:ext cx="73152" cy="219456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657600" y="41330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&amp; digital privacy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17920" y="2103120"/>
            <a:ext cx="2697480" cy="27432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2103120"/>
            <a:ext cx="269748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309360" y="217627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🏢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309360" y="274320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ADULTS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382512" y="3218688"/>
            <a:ext cx="73152" cy="21945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6537960" y="32186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Workplace security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82512" y="3675888"/>
            <a:ext cx="73152" cy="21945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537960" y="36758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scams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82512" y="4133088"/>
            <a:ext cx="73152" cy="21945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6537960" y="41330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&amp; data protection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3  ·  MEMBER 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C72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WE BUILT IT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in the Open.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874520" cy="1371600"/>
          </a:xfrm>
          <a:prstGeom prst="rect">
            <a:avLst/>
          </a:prstGeom>
          <a:solidFill>
            <a:srgbClr val="1A1A2E"/>
          </a:solidFill>
          <a:ln w="19050">
            <a:solidFill>
              <a:srgbClr val="E34C26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1874520" cy="54864"/>
          </a:xfrm>
          <a:prstGeom prst="rect">
            <a:avLst/>
          </a:prstGeom>
          <a:solidFill>
            <a:srgbClr val="E34C26"/>
          </a:solidFill>
          <a:ln w="12700">
            <a:solidFill>
              <a:srgbClr val="E34C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34C26"/>
                </a:solidFill>
                <a:latin typeface="Arial Black" pitchFamily="34" charset="0"/>
              </a:rPr>
              <a:t>React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48640" y="2212848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&amp; scenarios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14600" y="1508760"/>
            <a:ext cx="1874520" cy="1371600"/>
          </a:xfrm>
          <a:prstGeom prst="rect">
            <a:avLst/>
          </a:prstGeom>
          <a:solidFill>
            <a:srgbClr val="1A1A2E"/>
          </a:solidFill>
          <a:ln w="19050">
            <a:solidFill>
              <a:srgbClr val="264DE4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514600" y="1508760"/>
            <a:ext cx="1874520" cy="54864"/>
          </a:xfrm>
          <a:prstGeom prst="rect">
            <a:avLst/>
          </a:prstGeom>
          <a:solidFill>
            <a:srgbClr val="264DE4"/>
          </a:solidFill>
          <a:ln w="12700">
            <a:solidFill>
              <a:srgbClr val="264D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606040" y="160020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64DE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CSS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606040" y="2212848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Responsive, age-themed UI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0" y="1508760"/>
            <a:ext cx="1874520" cy="1371600"/>
          </a:xfrm>
          <a:prstGeom prst="rect">
            <a:avLst/>
          </a:prstGeom>
          <a:solidFill>
            <a:srgbClr val="1A1A2E"/>
          </a:solidFill>
          <a:ln w="19050">
            <a:solidFill>
              <a:srgbClr val="F7DF1E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572000" y="1508760"/>
            <a:ext cx="1874520" cy="54864"/>
          </a:xfrm>
          <a:prstGeom prst="rect">
            <a:avLst/>
          </a:prstGeom>
          <a:solidFill>
            <a:srgbClr val="F7DF1E"/>
          </a:solidFill>
          <a:ln w="12700">
            <a:solidFill>
              <a:srgbClr val="F7DF1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663440" y="160020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7DF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JS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663440" y="2212848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logic, scoring, feedback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629400" y="1508760"/>
            <a:ext cx="1874520" cy="1371600"/>
          </a:xfrm>
          <a:prstGeom prst="rect">
            <a:avLst/>
          </a:prstGeom>
          <a:solidFill>
            <a:srgbClr val="1A1A2E"/>
          </a:solidFill>
          <a:ln w="19050">
            <a:solidFill>
              <a:srgbClr val="3776AB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629400" y="1508760"/>
            <a:ext cx="1874520" cy="54864"/>
          </a:xfrm>
          <a:prstGeom prst="rect">
            <a:avLst/>
          </a:prstGeom>
          <a:solidFill>
            <a:srgbClr val="3776AB"/>
          </a:solidFill>
          <a:ln w="12700">
            <a:solidFill>
              <a:srgbClr val="3776A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720840" y="160020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3776A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Python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6720840" y="2212848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tooling &amp; data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971800"/>
            <a:ext cx="8412480" cy="1828800"/>
          </a:xfrm>
          <a:prstGeom prst="rect">
            <a:avLst/>
          </a:prstGeom>
          <a:solidFill>
            <a:srgbClr val="1E1E1E"/>
          </a:solidFill>
          <a:ln w="12700">
            <a:solidFill>
              <a:srgbClr val="444444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65760" y="2971800"/>
            <a:ext cx="8412480" cy="219456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57200" y="2971800"/>
            <a:ext cx="1280160" cy="219456"/>
          </a:xfrm>
          <a:prstGeom prst="rect">
            <a:avLst/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502920" y="299008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App.jsx  ×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1828800" y="2971800"/>
            <a:ext cx="1280160" cy="219456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874520" y="299008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AAAA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style.css  ×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200400" y="2971800"/>
            <a:ext cx="1280160" cy="219456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3246120" y="299008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AAAA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package.json  ×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84048" y="321868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1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58368" y="3218688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React, { useState } from 'react';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384048" y="3374136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2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658368" y="3374136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scenarios } from './data/scenarios';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384048" y="3529584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3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658368" y="3529584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384048" y="3685032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4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658368" y="3685032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default function HexaQuiz() {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384048" y="3840480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5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58368" y="3840480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BBB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const [score, setScore] = useState(0);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384048" y="39959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6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58368" y="3995928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BBB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const [current, setCurrent] = useState(0);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384048" y="4151376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7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58368" y="4151376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// Handle player choice &amp; feedback logic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384048" y="4306824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8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58368" y="4306824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const handleAnswer = (choice) =&gt; {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384048" y="4462272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9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58368" y="4462272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BBB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if (choice.correct) setScore(s =&gt; s + 1);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4  ·  MEMBER 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C72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COLLABORATION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Together,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 the Open.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411480" y="2103120"/>
            <a:ext cx="3931920" cy="12344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11480" y="2103120"/>
            <a:ext cx="64008" cy="123444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594360" y="2212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C72C"/>
                </a:solidFill>
              </a:rPr>
              <a:t>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88720" y="22128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88720" y="248716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C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 commits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88720" y="272491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repo, branch-based workflow, pull request reviews.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17720" y="2103120"/>
            <a:ext cx="3931920" cy="12344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4617720" y="2103120"/>
            <a:ext cx="64008" cy="123444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800600" y="2212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C72C"/>
                </a:solidFill>
              </a:rPr>
              <a:t>📋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394960" y="22128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Minutes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94960" y="248716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C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sprint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394960" y="272491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agendas, decisions, and action plans on file.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520440"/>
            <a:ext cx="3931920" cy="12344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D966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411480" y="3520440"/>
            <a:ext cx="64008" cy="1234440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94360" y="3630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D966"/>
                </a:solidFill>
              </a:rPr>
              <a:t>📖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188720" y="36301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Guide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88720" y="390448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D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members aligned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88720" y="414223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document keeping the whole team in sync.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17720" y="3520440"/>
            <a:ext cx="3931920" cy="1234440"/>
          </a:xfrm>
          <a:prstGeom prst="rect">
            <a:avLst/>
          </a:prstGeom>
          <a:solidFill>
            <a:srgbClr val="1A1A2E"/>
          </a:solidFill>
          <a:ln w="19050">
            <a:solidFill>
              <a:srgbClr val="E6A800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4617720" y="3520440"/>
            <a:ext cx="64008" cy="1234440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800600" y="3630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6A800"/>
                </a:solidFill>
              </a:rPr>
              <a:t>✅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5394960" y="36301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Tracking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94960" y="390448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6A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ownership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394960" y="414223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deadlines and responsible members for every item.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4  ·  MEMBER 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C72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USER TESTING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 Listened.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Then We Improved.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90195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prototypes trialled with real players across all three age groups.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2011680" cy="23774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201168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548640" y="248716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548640" y="3401568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 in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sessions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06040" y="2377440"/>
            <a:ext cx="2011680" cy="23774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D966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606040" y="2377440"/>
            <a:ext cx="2011680" cy="54864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697480" y="248716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D9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92%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2697480" y="3401568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a full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unaided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2377440"/>
            <a:ext cx="2011680" cy="23774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4754880" y="2377440"/>
            <a:ext cx="201168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846320" y="248716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4.3★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4846320" y="3401568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rated the game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 and clear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03720" y="2377440"/>
            <a:ext cx="2011680" cy="2377440"/>
          </a:xfrm>
          <a:prstGeom prst="rect">
            <a:avLst/>
          </a:prstGeom>
          <a:solidFill>
            <a:srgbClr val="1A1A2E"/>
          </a:solidFill>
          <a:ln w="19050">
            <a:solidFill>
              <a:srgbClr val="E6A800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903720" y="2377440"/>
            <a:ext cx="2011680" cy="54864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995160" y="248716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E6A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3×</a:t>
            </a:r>
            <a:endParaRPr lang="en-US" sz="4800" dirty="0"/>
          </a:p>
        </p:txBody>
      </p:sp>
      <p:sp>
        <p:nvSpPr>
          <p:cNvPr id="21" name="Text 19"/>
          <p:cNvSpPr/>
          <p:nvPr/>
        </p:nvSpPr>
        <p:spPr>
          <a:xfrm>
            <a:off x="6995160" y="3401568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of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&amp; iteration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5  ·  MEMBER 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C72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ACCESSIBILITY &amp; INCLUSION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Designed for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Everyone.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02920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64008" cy="64008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C72C"/>
                </a:solidFill>
              </a:rPr>
              <a:t>◑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61872" y="206654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High-Contrast Colours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61872" y="2331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and buttons meet readability guidance against the dark theme.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502920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D966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64008" cy="640080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D966"/>
                </a:solidFill>
              </a:rPr>
              <a:t>⌨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261872" y="279806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Keyboard Friendly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61872" y="30632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quiz options reachable and selectable without a mouse.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502920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64008" cy="64008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40080" y="356616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C72C"/>
                </a:solidFill>
              </a:rPr>
              <a:t>✦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61872" y="352958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Plain, Age-Tuned Language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61872" y="37947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Wording matched to each audience — no jargon for younger players.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502920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E6A800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457200" y="4206240"/>
            <a:ext cx="64008" cy="640080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640080" y="429768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6A800"/>
                </a:solidFill>
              </a:rPr>
              <a:t>🌐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261872" y="426110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Anywhere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61872" y="4526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Browser-based and lightweight — no powerful device required.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43600" y="1371600"/>
            <a:ext cx="2834640" cy="3474720"/>
          </a:xfrm>
          <a:prstGeom prst="rect">
            <a:avLst/>
          </a:prstGeom>
          <a:solidFill>
            <a:srgbClr val="1A1A2E"/>
          </a:solidFill>
          <a:ln w="19050">
            <a:solidFill>
              <a:srgbClr val="FFD966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5943600" y="1371600"/>
            <a:ext cx="2834640" cy="54864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035040" y="14630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Users Changed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989320" y="1874520"/>
            <a:ext cx="182880" cy="182880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6263640" y="187452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Wording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63640" y="213055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Re-wrote children's questions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plainer language.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89320" y="2880360"/>
            <a:ext cx="182880" cy="182880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263640" y="288036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Clearer Feedback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63640" y="313639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'why' explanation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every answer.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89320" y="3886200"/>
            <a:ext cx="182880" cy="182880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263640" y="388620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Tap Targets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263640" y="414223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Enlarged buttons for easier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on touch screens.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5  ·  MEMBER 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C72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TEAM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Six Members.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Solution.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365760" y="2011680"/>
            <a:ext cx="2697480" cy="128016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269748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502920" y="2176272"/>
            <a:ext cx="594360" cy="594360"/>
          </a:xfrm>
          <a:prstGeom prst="ellipse">
            <a:avLst/>
          </a:prstGeom>
          <a:solidFill>
            <a:srgbClr val="FFC72C">
              <a:alpha val="80000"/>
            </a:srgbClr>
          </a:solidFill>
          <a:ln w="190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502920" y="2212848"/>
            <a:ext cx="594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07008" y="21762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Aaditya Bhandari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07008" y="25146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C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 &amp; Frontend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2011680"/>
            <a:ext cx="2697480" cy="128016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3246120" y="2011680"/>
            <a:ext cx="269748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383280" y="2176272"/>
            <a:ext cx="594360" cy="594360"/>
          </a:xfrm>
          <a:prstGeom prst="ellipse">
            <a:avLst/>
          </a:prstGeom>
          <a:solidFill>
            <a:srgbClr val="FFC72C">
              <a:alpha val="80000"/>
            </a:srgbClr>
          </a:solidFill>
          <a:ln w="190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383280" y="2212848"/>
            <a:ext cx="594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SJS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087368" y="21762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Sandesh Jung Shah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87368" y="25146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C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 Logic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2011680"/>
            <a:ext cx="2697480" cy="1280160"/>
          </a:xfrm>
          <a:prstGeom prst="rect">
            <a:avLst/>
          </a:prstGeom>
          <a:solidFill>
            <a:srgbClr val="1A1A2E"/>
          </a:solidFill>
          <a:ln w="19050">
            <a:solidFill>
              <a:srgbClr val="FFD966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126480" y="2011680"/>
            <a:ext cx="2697480" cy="54864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263640" y="2176272"/>
            <a:ext cx="594360" cy="594360"/>
          </a:xfrm>
          <a:prstGeom prst="ellipse">
            <a:avLst/>
          </a:prstGeom>
          <a:solidFill>
            <a:srgbClr val="FFD966">
              <a:alpha val="80000"/>
            </a:srgbClr>
          </a:solidFill>
          <a:ln w="1905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263640" y="2212848"/>
            <a:ext cx="594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67728" y="21762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Abdullah Bakhurdeen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67728" y="25146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D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/ UX Design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3474720"/>
            <a:ext cx="2697480" cy="1280160"/>
          </a:xfrm>
          <a:prstGeom prst="rect">
            <a:avLst/>
          </a:prstGeom>
          <a:solidFill>
            <a:srgbClr val="1A1A2E"/>
          </a:solidFill>
          <a:ln w="19050">
            <a:solidFill>
              <a:srgbClr val="E6A800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65760" y="3474720"/>
            <a:ext cx="2697480" cy="54864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02920" y="3639312"/>
            <a:ext cx="594360" cy="594360"/>
          </a:xfrm>
          <a:prstGeom prst="ellipse">
            <a:avLst/>
          </a:prstGeom>
          <a:solidFill>
            <a:srgbClr val="E6A800">
              <a:alpha val="80000"/>
            </a:srgbClr>
          </a:solidFill>
          <a:ln w="1905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502920" y="3675888"/>
            <a:ext cx="594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M1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07008" y="363931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207008" y="397764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A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Scenarios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46120" y="3474720"/>
            <a:ext cx="2697480" cy="128016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3246120" y="3474720"/>
            <a:ext cx="269748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3383280" y="3639312"/>
            <a:ext cx="594360" cy="594360"/>
          </a:xfrm>
          <a:prstGeom prst="ellipse">
            <a:avLst/>
          </a:prstGeom>
          <a:solidFill>
            <a:srgbClr val="FFC72C">
              <a:alpha val="80000"/>
            </a:srgbClr>
          </a:solidFill>
          <a:ln w="190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3383280" y="3675888"/>
            <a:ext cx="594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M2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87368" y="363931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5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087368" y="397764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C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QA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26480" y="3474720"/>
            <a:ext cx="2697480" cy="1280160"/>
          </a:xfrm>
          <a:prstGeom prst="rect">
            <a:avLst/>
          </a:prstGeom>
          <a:solidFill>
            <a:srgbClr val="1A1A2E"/>
          </a:solidFill>
          <a:ln w="19050">
            <a:solidFill>
              <a:srgbClr val="E6A800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6126480" y="3474720"/>
            <a:ext cx="2697480" cy="54864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6263640" y="3639312"/>
            <a:ext cx="594360" cy="594360"/>
          </a:xfrm>
          <a:prstGeom prst="ellipse">
            <a:avLst/>
          </a:prstGeom>
          <a:solidFill>
            <a:srgbClr val="E6A800">
              <a:alpha val="80000"/>
            </a:srgbClr>
          </a:solidFill>
          <a:ln w="1905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6263640" y="3675888"/>
            <a:ext cx="594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M3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967728" y="363931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6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67728" y="397764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A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&amp; Comms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6  ·  MEMBER 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C72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NEXT STEPS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Comes Next.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731520" y="2176272"/>
            <a:ext cx="7680960" cy="0"/>
          </a:xfrm>
          <a:prstGeom prst="line">
            <a:avLst/>
          </a:prstGeom>
          <a:noFill/>
          <a:ln w="25400">
            <a:solidFill>
              <a:srgbClr val="FFC72C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43000" y="1993392"/>
            <a:ext cx="365760" cy="36576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548640" y="2487168"/>
            <a:ext cx="1920240" cy="21488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192024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594360" y="2542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NOW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28346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Public Release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33832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Coventry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network.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993392"/>
            <a:ext cx="365760" cy="365760"/>
          </a:xfrm>
          <a:prstGeom prst="ellipse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651760" y="2487168"/>
            <a:ext cx="1920240" cy="21488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D966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651760" y="2487168"/>
            <a:ext cx="1920240" cy="54864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697480" y="2542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FD9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Q3 2026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28346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School Pilots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697480" y="33832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local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schools.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49240" y="1993392"/>
            <a:ext cx="365760" cy="36576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4754880" y="2487168"/>
            <a:ext cx="1920240" cy="21488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754880" y="2487168"/>
            <a:ext cx="192024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800600" y="2542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Q4 2026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00600" y="28346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Dashboard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800600" y="33832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analytics &amp;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tracking.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452360" y="1993392"/>
            <a:ext cx="365760" cy="365760"/>
          </a:xfrm>
          <a:prstGeom prst="ellipse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6858000" y="2487168"/>
            <a:ext cx="1920240" cy="2148840"/>
          </a:xfrm>
          <a:prstGeom prst="rect">
            <a:avLst/>
          </a:prstGeom>
          <a:solidFill>
            <a:srgbClr val="1A1A2E"/>
          </a:solidFill>
          <a:ln w="19050">
            <a:solidFill>
              <a:srgbClr val="E6A800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858000" y="2487168"/>
            <a:ext cx="1920240" cy="54864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903720" y="2542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E6A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2027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903720" y="28346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Expansion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903720" y="33832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scenarios,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age tracks.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6  ·  MEMBER 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2E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rot="2700000">
            <a:off x="7315200" y="182880"/>
            <a:ext cx="502920" cy="50292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 rot="2700000">
            <a:off x="7955280" y="1005840"/>
            <a:ext cx="502920" cy="50292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rot="2700000">
            <a:off x="6858000" y="1645920"/>
            <a:ext cx="502920" cy="50292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 rot="2700000">
            <a:off x="8229600" y="2286000"/>
            <a:ext cx="502920" cy="50292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 rot="2700000">
            <a:off x="7589520" y="3108960"/>
            <a:ext cx="502920" cy="50292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 rot="2700000">
            <a:off x="7132320" y="3840480"/>
            <a:ext cx="502920" cy="50292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57200" y="411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FFC72C"/>
                </a:solidFill>
              </a:rPr>
              <a:t>⬡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457200" y="12344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kern="0" spc="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HEXA</a:t>
            </a:r>
            <a:endParaRPr lang="en-US" sz="7200" dirty="0"/>
          </a:p>
        </p:txBody>
      </p:sp>
      <p:sp>
        <p:nvSpPr>
          <p:cNvPr id="13" name="Text 11"/>
          <p:cNvSpPr/>
          <p:nvPr/>
        </p:nvSpPr>
        <p:spPr>
          <a:xfrm>
            <a:off x="457200" y="22402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C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Cyber-Smart Gaming for Education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57200" y="2743200"/>
            <a:ext cx="4572000" cy="3657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5720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you.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57200" y="363931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 ·  Team Hexa  ·  Coventry University  ·  503IT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00000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0" y="4754880"/>
            <a:ext cx="9144000" cy="4572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74320" y="48006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COVENTRY UNIVERSITY  ·  503IT  ·  COMMUNICATION &amp; COLLABORATION  ·  JUNE 2026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729</Words>
  <Application>Microsoft Office PowerPoint</Application>
  <PresentationFormat>On-screen Show (16:9)</PresentationFormat>
  <Paragraphs>221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Arial Black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Hexa – Cyber-Smart Gaming for Education</dc:title>
  <dc:subject>PptxGenJS Presentation</dc:subject>
  <dc:creator>PptxGenJS</dc:creator>
  <cp:lastModifiedBy>ABDHULLAH BADHURDEEN</cp:lastModifiedBy>
  <cp:revision>1</cp:revision>
  <dcterms:created xsi:type="dcterms:W3CDTF">2026-06-03T09:12:25Z</dcterms:created>
  <dcterms:modified xsi:type="dcterms:W3CDTF">2026-06-03T09:32:22Z</dcterms:modified>
</cp:coreProperties>
</file>