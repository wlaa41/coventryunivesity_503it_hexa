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hero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502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691640" y="7132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68680" y="27432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1124712" y="2633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COVENTRY UNIVERSITY · 503IT · COMMUNICATION &amp; COLLABORATION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Cyber-Smart Gaming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Education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story-driven quiz game that teaches online safety — tailored for children, teens and adults.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Hexa  ·  6 Members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risk is rising —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isn't keeping up.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3429000" cy="2788920"/>
          </a:xfrm>
          <a:prstGeom prst="roundRect">
            <a:avLst>
              <a:gd name="adj" fmla="val 4590"/>
            </a:avLst>
          </a:prstGeom>
          <a:solidFill>
            <a:srgbClr val="1A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34640"/>
            <a:ext cx="109728" cy="2788920"/>
          </a:xfrm>
          <a:prstGeom prst="roundRect">
            <a:avLst>
              <a:gd name="adj" fmla="val 41667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54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users have faced a phishing or scam attempt online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834640"/>
            <a:ext cx="3429000" cy="2788920"/>
          </a:xfrm>
          <a:prstGeom prst="roundRect">
            <a:avLst>
              <a:gd name="adj" fmla="val 4590"/>
            </a:avLst>
          </a:prstGeom>
          <a:solidFill>
            <a:srgbClr val="1A2147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834640"/>
            <a:ext cx="109728" cy="2788920"/>
          </a:xfrm>
          <a:prstGeom prst="roundRect">
            <a:avLst>
              <a:gd name="adj" fmla="val 41667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154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exposure before most people receive any cyber education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2834640"/>
            <a:ext cx="3429000" cy="2788920"/>
          </a:xfrm>
          <a:prstGeom prst="roundRect">
            <a:avLst>
              <a:gd name="adj" fmla="val 4590"/>
            </a:avLst>
          </a:prstGeom>
          <a:solidFill>
            <a:srgbClr val="1A21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2834640"/>
            <a:ext cx="109728" cy="278892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154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recall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lectures and leaflets are quickly forgotten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brief: build an engaging, computer-based game that makes cyber-security genuinely stick.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shield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0"/>
            <a:ext cx="5150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0B1026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7240" y="685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1033272" y="576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cyber-security quiz game where you learn by living the story.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77240" y="3108960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9900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Story-driven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43000" y="33558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move through realistic online scenarios and make decisions that shape the outcome.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4187952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069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choosing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44348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moments deliver instant feedback and a clear explanation every time.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5266944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1480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web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551383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HTML, CSS and JavaScript — runs in any browser, no install needed.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 scenario to skill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1A2147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65176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33472"/>
            <a:ext cx="566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scenario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4114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suspicious email, a risky login, a social-media moment.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927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66160" y="228600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1A21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886200" y="265176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2633472"/>
            <a:ext cx="566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3429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choice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0" y="4114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how to respond from realistic multiple-choice options.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0819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55080" y="228600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1A21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65176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633472"/>
            <a:ext cx="566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3429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feedback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4114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consequence plus a plain-English explanation.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9711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4000" y="228600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1A2147"/>
          </a:solidFill>
          <a:ln/>
        </p:spPr>
      </p:sp>
      <p:sp>
        <p:nvSpPr>
          <p:cNvPr id="24" name="Shape 22"/>
          <p:cNvSpPr/>
          <p:nvPr/>
        </p:nvSpPr>
        <p:spPr>
          <a:xfrm>
            <a:off x="9464040" y="265176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2633472"/>
            <a:ext cx="566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18320" y="3429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18320" y="4114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across scenarios to reinforce safe behaviour.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8603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438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EVERYONE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game, three audiences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grouped by age so every player gets scenarios that feel relevant and age-appropriate.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429000" cy="3840480"/>
          </a:xfrm>
          <a:prstGeom prst="roundRect">
            <a:avLst>
              <a:gd name="adj" fmla="val 4267"/>
            </a:avLst>
          </a:prstGeom>
          <a:solidFill>
            <a:srgbClr val="1A2147"/>
          </a:solidFill>
          <a:ln/>
        </p:spPr>
      </p:sp>
      <p:pic>
        <p:nvPicPr>
          <p:cNvPr id="7" name="Image 0" descr="/tmp/ppt_assets/tile_childr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96312"/>
            <a:ext cx="3099816" cy="1691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41832" y="2496312"/>
            <a:ext cx="3099816" cy="1691640"/>
          </a:xfrm>
          <a:prstGeom prst="roundRect">
            <a:avLst>
              <a:gd name="adj" fmla="val 3243"/>
            </a:avLst>
          </a:prstGeom>
          <a:ln w="15875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Children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97280" y="4892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internet use, protecting personal information and spotting online dangers.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34840" y="2331720"/>
            <a:ext cx="3429000" cy="3840480"/>
          </a:xfrm>
          <a:prstGeom prst="roundRect">
            <a:avLst>
              <a:gd name="adj" fmla="val 4267"/>
            </a:avLst>
          </a:prstGeom>
          <a:solidFill>
            <a:srgbClr val="1A2147"/>
          </a:solidFill>
          <a:ln/>
        </p:spPr>
      </p:sp>
      <p:pic>
        <p:nvPicPr>
          <p:cNvPr id="12" name="Image 1" descr="/tmp/ppt_assets/tile_te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496312"/>
            <a:ext cx="3099816" cy="1691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99432" y="2496312"/>
            <a:ext cx="3099816" cy="1691640"/>
          </a:xfrm>
          <a:prstGeom prst="roundRect">
            <a:avLst>
              <a:gd name="adj" fmla="val 3243"/>
            </a:avLst>
          </a:prstGeom>
          <a:ln w="15875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Teens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754880" y="4892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online gaming, cyberbullying, phishing and digital privacy.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92440" y="2331720"/>
            <a:ext cx="3429000" cy="3840480"/>
          </a:xfrm>
          <a:prstGeom prst="roundRect">
            <a:avLst>
              <a:gd name="adj" fmla="val 4267"/>
            </a:avLst>
          </a:prstGeom>
          <a:solidFill>
            <a:srgbClr val="1A2147"/>
          </a:solidFill>
          <a:ln/>
        </p:spPr>
      </p:sp>
      <p:pic>
        <p:nvPicPr>
          <p:cNvPr id="17" name="Image 2" descr="/tmp/ppt_assets/tile_adul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496312"/>
            <a:ext cx="3099816" cy="16916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57032" y="2496312"/>
            <a:ext cx="3099816" cy="1691640"/>
          </a:xfrm>
          <a:prstGeom prst="roundRect">
            <a:avLst>
              <a:gd name="adj" fmla="val 3243"/>
            </a:avLst>
          </a:prstGeom>
          <a:ln w="15875">
            <a:solidFill>
              <a:srgbClr val="EC489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41248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Adults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412480" y="4892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security, financial scams, password management and data protection.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testing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7240" y="5486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5" name="Text 2"/>
          <p:cNvSpPr/>
          <p:nvPr/>
        </p:nvSpPr>
        <p:spPr>
          <a:xfrm>
            <a:off x="1033272" y="438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REAL USERS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listened, then improved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prototypes were trialled with players across our target groups; their feedback shaped the final build.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28600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1A214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395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00584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 our test sessions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566160" y="228600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1A2147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2395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79476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full scenario unaided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228600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1A2147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395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 / 5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58368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the game fun and clear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144000" y="228600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1A2147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0" y="2395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937260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 feedback &amp; iteration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77240" y="4206240"/>
            <a:ext cx="10607040" cy="1920240"/>
          </a:xfrm>
          <a:prstGeom prst="roundRect">
            <a:avLst>
              <a:gd name="adj" fmla="val 6667"/>
            </a:avLst>
          </a:prstGeom>
          <a:solidFill>
            <a:srgbClr val="1A2147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4389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 because of feedback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97280" y="498348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1399032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wording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99032" y="52303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Re-wrote children's questions in plainer language.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617720" y="498348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4919472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feedback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919472" y="52303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short 'why' explanation after every answer.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138160" y="498348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6"/>
          <p:cNvSpPr/>
          <p:nvPr/>
        </p:nvSpPr>
        <p:spPr>
          <a:xfrm>
            <a:off x="8439912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tap targets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439912" y="52303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Enlarged buttons for easier use on touch screens.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acces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12183A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INCLUSION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96012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be used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everyone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77240" y="26517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61518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25968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colours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25880" y="296265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buttons meet readability guidance against the dark theme.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57530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5880" y="35570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friendly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325880" y="392277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quiz options can be reached and selected without a mouse.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77240" y="457200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53542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25880" y="45171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age-tuned language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325880" y="488289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is matched to each audience — no jargon for younger players.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77240" y="5532120"/>
            <a:ext cx="384048" cy="38404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549554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25880" y="54772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325880" y="584301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and lightweight, so no powerful device is required.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together, in the open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166360" cy="3931920"/>
          </a:xfrm>
          <a:prstGeom prst="roundRect">
            <a:avLst>
              <a:gd name="adj" fmla="val 3256"/>
            </a:avLst>
          </a:prstGeom>
          <a:solidFill>
            <a:srgbClr val="1A214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10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0175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scenario content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730752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10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307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37307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age-themed interface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4443984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10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439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44439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logic, scoring &amp; feedback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5157216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10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5721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515721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tooling &amp;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194560"/>
            <a:ext cx="5120640" cy="3931920"/>
          </a:xfrm>
          <a:prstGeom prst="roundRect">
            <a:avLst>
              <a:gd name="adj" fmla="val 3256"/>
            </a:avLst>
          </a:prstGeom>
          <a:solidFill>
            <a:srgbClr val="1A214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Collaboration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0" y="308152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9626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32735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repo — 79 commits, branch-based workflow.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384048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721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403250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agendas, decisions and action plans.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459943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4480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guide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479145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doc keeping all six members aligned.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5358384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52395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55504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and deadlines for every deliverable.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438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members, one solution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46888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57400" y="2468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Bhandari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5740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15606963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46888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SJS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15000" y="2468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 Jung Shah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15626710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9659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2468880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72600" y="2468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Bakhurdeen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7260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15580319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0233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4526280"/>
            <a:ext cx="777240" cy="7772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057400" y="4526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Nabin Sunar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57400" y="4983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15618449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40233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452628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JJ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715000" y="4526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Jimee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0" y="4983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15502001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2440" y="40233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31" name="Shape 29"/>
          <p:cNvSpPr/>
          <p:nvPr/>
        </p:nvSpPr>
        <p:spPr>
          <a:xfrm>
            <a:off x="8412480" y="452628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372600" y="4526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Sijan Bhandari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72600" y="4983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15597041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— and where it goes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5166360" cy="3886200"/>
          </a:xfrm>
          <a:prstGeom prst="roundRect">
            <a:avLst>
              <a:gd name="adj" fmla="val 3294"/>
            </a:avLst>
          </a:prstGeom>
          <a:solidFill>
            <a:srgbClr val="1A214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9992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cyber-security awareness through play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822192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71246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age-appropriate, accessible education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4535424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44256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safe everyday online behaviour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5248656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51389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learning genuinely engaging via storytelling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240280"/>
            <a:ext cx="5120640" cy="3886200"/>
          </a:xfrm>
          <a:prstGeom prst="roundRect">
            <a:avLst>
              <a:gd name="adj" fmla="val 3294"/>
            </a:avLst>
          </a:prstGeom>
          <a:solidFill>
            <a:srgbClr val="1A214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0" y="309067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990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storylines &amp; scenarios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366674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3566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and achievements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424281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41422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challenges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481888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7183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progress tracking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53949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5294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mobile app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closing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4068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097280" y="269748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cyber-security</a:t>
            </a:r>
            <a:endParaRPr lang="en-US" sz="3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something you play, not skip.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097280" y="44805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60350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Hexa  ·  503IT Communication &amp; Collaboration  ·  Coventry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2026-06-02T22:24:41Z</dcterms:created>
  <dcterms:modified xsi:type="dcterms:W3CDTF">2026-06-02T22:24:41Z</dcterms:modified>
</cp:coreProperties>
</file>